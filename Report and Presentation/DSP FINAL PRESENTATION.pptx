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BD7D-10A3-1B68-81F5-6E6838B87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8004E-6A5C-F7A6-2982-CDAEAC83B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6E877-9A28-BCDC-A8D8-94A311DC7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5842F-0215-43B8-BB0F-1FD4C29E303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31718-2A7B-CA9A-6DF5-5B12011D3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A096F-BB9C-4F62-1838-51E31F3D9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CED5-3709-4BA7-925C-FA20D0F1B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7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97596-0CC5-2944-8F04-EEC5CC29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2ECD5-0168-0C69-CEE2-A5E454543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C21BB-1A54-C07A-ADF4-31356A6B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5842F-0215-43B8-BB0F-1FD4C29E303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26646-2DE5-528E-25A5-3B676AEA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4A644-3FE2-32B6-7B45-2366AAF0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CED5-3709-4BA7-925C-FA20D0F1B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21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F824-4B49-6568-2C88-58E544999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313E8-147E-6E32-3E06-5852E5FA1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591BD-96DC-24E8-FB1B-0127C9AF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5842F-0215-43B8-BB0F-1FD4C29E303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51AF4-7609-32D9-E0A0-5F6530A5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5C0A6-3E31-50C9-8EFB-2FBB471A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CED5-3709-4BA7-925C-FA20D0F1B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9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B40CA-5BCC-48B1-C5B9-3E2E65E20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60764-AACC-A65B-115E-73CC47A77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41D45-BF07-4CA1-5177-2078AB862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D5393-E21B-0B1E-EEB1-DACB15FE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5842F-0215-43B8-BB0F-1FD4C29E303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7D92-4793-E0E1-402C-6A1FA4C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DB483-3C0C-85C9-5EE4-351C1090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CED5-3709-4BA7-925C-FA20D0F1B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2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96F7-E4A3-EC80-9D5A-12A335E1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FD97B-BE5D-3921-94ED-D6867F476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1F31E-BF21-912E-FE70-2498CE61C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98F08-2D5D-0A8D-D214-3141B4ABAD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5D67B-3201-7047-E241-6F46D21CA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C84EE-DCF7-4210-2885-874A9F68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5842F-0215-43B8-BB0F-1FD4C29E303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97C024-1A90-462A-00EA-0AB310DF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FC20E-A1EC-652F-6678-B12F7B76B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CED5-3709-4BA7-925C-FA20D0F1B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6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3B4FF-F569-CB87-62E9-71FB0CE6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A5182-E06A-B40A-BD93-127623A8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5842F-0215-43B8-BB0F-1FD4C29E303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03B27-1A03-B634-73EC-8EEE9F6DB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C09AB-ACF6-50E9-4A2A-A38324535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CED5-3709-4BA7-925C-FA20D0F1B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9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DA362-A5DB-C76C-835B-4EB450D4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5842F-0215-43B8-BB0F-1FD4C29E303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335CA-208F-D097-4CFA-E814F0BD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A6619-1368-0BF0-D80A-3477F5DD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CED5-3709-4BA7-925C-FA20D0F1B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1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E79CE-15BE-EF5D-8298-E28BA0179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0FCB-585C-2F20-CE66-ADCAB377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3B500-48CF-502B-FEFB-2E427FE03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61A3B-FB05-91DC-4FB1-4E40A66B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5842F-0215-43B8-BB0F-1FD4C29E303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4F737-C50C-4790-58BA-7968CF035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03620-5694-7D0A-66C9-4F995573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CED5-3709-4BA7-925C-FA20D0F1B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0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B605-DC5E-B81B-1BD5-30D61EDD6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3B230-1A3C-FF1E-0FB2-5DE4C9CBC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9B652-E0F0-4DC0-583B-1082912CB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2EF0E-699B-634B-1C32-C7BEE0A37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5842F-0215-43B8-BB0F-1FD4C29E303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A1F8E-F992-3A0C-332A-B7E9ED307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F7AC1-35C9-0B49-A12C-177D8EC0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CED5-3709-4BA7-925C-FA20D0F1B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6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7AB03-49A7-B787-E1E6-48B7B822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E8296-7894-2DE7-9963-C49C5ACB5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34A36-9016-3EC9-D0C4-65FFD9A9D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5842F-0215-43B8-BB0F-1FD4C29E303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A599F-B5D7-10E6-66FD-6FE4B401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A405-30D8-504B-FDC1-FA1FFA18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CED5-3709-4BA7-925C-FA20D0F1B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58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6E3703-D8BA-D983-9329-53263E6CF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2E46C-1856-81F2-2948-CD36F0710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0289C-31A0-91FA-BA3A-4E309B16F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5842F-0215-43B8-BB0F-1FD4C29E303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AF5F0-156B-A509-AD84-65A82D07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80B8A-DBB9-7A8E-C97E-542DFA44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CED5-3709-4BA7-925C-FA20D0F1B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5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6D30A-AF52-5169-52F3-C3587835E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C6719-C96F-8435-FD18-076011924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F071E-5F5F-093F-C381-D8682E9AA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5842F-0215-43B8-BB0F-1FD4C29E303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12F4E-B5FD-6163-07E1-108BEB3A6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878D1-D550-B687-ACF3-E8069CA10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9CCED5-3709-4BA7-925C-FA20D0F1B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69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CFC06-5FBF-4B03-1FE4-481A4087F4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46AF6-D2E7-26A9-430E-9847DBCF69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02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Moore, Jacob (jhmoore3)</dc:creator>
  <cp:lastModifiedBy>Moore, Jacob (jhmoore3)</cp:lastModifiedBy>
  <cp:revision>1</cp:revision>
  <dcterms:created xsi:type="dcterms:W3CDTF">2026-04-14T19:38:40Z</dcterms:created>
  <dcterms:modified xsi:type="dcterms:W3CDTF">2026-04-14T19:39:39Z</dcterms:modified>
</cp:coreProperties>
</file>